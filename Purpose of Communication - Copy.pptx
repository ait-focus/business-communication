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59" r:id="rId6"/>
    <p:sldId id="260" r:id="rId7"/>
    <p:sldId id="261"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50892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4212329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4289130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3553371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5FDBA25-7E45-4743-B49B-C05A9F5699BA}"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270014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5FDBA25-7E45-4743-B49B-C05A9F5699BA}"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192111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FDBA25-7E45-4743-B49B-C05A9F5699BA}" type="datetimeFigureOut">
              <a:rPr lang="en-US" smtClean="0"/>
              <a:t>2/8/2025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117652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1427660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895793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3285728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208A4F0-610F-4B52-A4D3-5FC670C689F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523429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269033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08A4F0-610F-4B52-A4D3-5FC670C689F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666301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5FDBA25-7E45-4743-B49B-C05A9F5699BA}"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2678866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1591290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FDBA25-7E45-4743-B49B-C05A9F5699BA}"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208A4F0-610F-4B52-A4D3-5FC670C689FF}" type="slidenum">
              <a:rPr lang="en-US" smtClean="0"/>
              <a:t>‹#›</a:t>
            </a:fld>
            <a:endParaRPr lang="en-US"/>
          </a:p>
        </p:txBody>
      </p:sp>
    </p:spTree>
    <p:extLst>
      <p:ext uri="{BB962C8B-B14F-4D97-AF65-F5344CB8AC3E}">
        <p14:creationId xmlns:p14="http://schemas.microsoft.com/office/powerpoint/2010/main" val="1726456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5FDBA25-7E45-4743-B49B-C05A9F5699BA}" type="datetimeFigureOut">
              <a:rPr lang="en-US" smtClean="0"/>
              <a:t>2/8/2025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208A4F0-610F-4B52-A4D3-5FC670C689FF}" type="slidenum">
              <a:rPr lang="en-US" smtClean="0"/>
              <a:t>‹#›</a:t>
            </a:fld>
            <a:endParaRPr lang="en-US"/>
          </a:p>
        </p:txBody>
      </p:sp>
    </p:spTree>
    <p:extLst>
      <p:ext uri="{BB962C8B-B14F-4D97-AF65-F5344CB8AC3E}">
        <p14:creationId xmlns:p14="http://schemas.microsoft.com/office/powerpoint/2010/main" val="3917049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DAE computer Information Technology </a:t>
            </a:r>
            <a:br>
              <a:rPr lang="en-US" dirty="0"/>
            </a:br>
            <a:r>
              <a:rPr lang="en-US" dirty="0" err="1"/>
              <a:t>Bussiness</a:t>
            </a:r>
            <a:r>
              <a:rPr lang="en-US" dirty="0"/>
              <a:t> Communication </a:t>
            </a:r>
          </a:p>
        </p:txBody>
      </p:sp>
      <p:sp>
        <p:nvSpPr>
          <p:cNvPr id="3" name="Subtitle 2"/>
          <p:cNvSpPr>
            <a:spLocks noGrp="1"/>
          </p:cNvSpPr>
          <p:nvPr>
            <p:ph type="subTitle" idx="1"/>
          </p:nvPr>
        </p:nvSpPr>
        <p:spPr/>
        <p:txBody>
          <a:bodyPr>
            <a:normAutofit lnSpcReduction="10000"/>
          </a:bodyPr>
          <a:lstStyle/>
          <a:p>
            <a:endParaRPr lang="en-US" dirty="0"/>
          </a:p>
          <a:p>
            <a:r>
              <a:rPr lang="en-US" dirty="0"/>
              <a:t>Course code # </a:t>
            </a:r>
            <a:r>
              <a:rPr lang="en-US"/>
              <a:t>English 212/221</a:t>
            </a:r>
            <a:endParaRPr lang="en-US" dirty="0"/>
          </a:p>
          <a:p>
            <a:r>
              <a:rPr lang="en-US" dirty="0"/>
              <a:t>Miss Malahat </a:t>
            </a:r>
            <a:r>
              <a:rPr lang="en-US" dirty="0" err="1"/>
              <a:t>Erum</a:t>
            </a:r>
            <a:r>
              <a:rPr lang="en-US" dirty="0"/>
              <a:t> </a:t>
            </a:r>
          </a:p>
        </p:txBody>
      </p:sp>
    </p:spTree>
    <p:extLst>
      <p:ext uri="{BB962C8B-B14F-4D97-AF65-F5344CB8AC3E}">
        <p14:creationId xmlns:p14="http://schemas.microsoft.com/office/powerpoint/2010/main" val="2246310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What is communication?</a:t>
            </a:r>
          </a:p>
        </p:txBody>
      </p:sp>
      <p:sp>
        <p:nvSpPr>
          <p:cNvPr id="3" name="Content Placeholder 2"/>
          <p:cNvSpPr>
            <a:spLocks noGrp="1"/>
          </p:cNvSpPr>
          <p:nvPr>
            <p:ph idx="1"/>
          </p:nvPr>
        </p:nvSpPr>
        <p:spPr/>
        <p:txBody>
          <a:bodyPr>
            <a:normAutofit/>
          </a:bodyPr>
          <a:lstStyle/>
          <a:p>
            <a:r>
              <a:rPr lang="en-US" dirty="0"/>
              <a:t>Communication is sharing information between two  or more people to reach a common understanding. </a:t>
            </a:r>
          </a:p>
          <a:p>
            <a:r>
              <a:rPr lang="en-US" b="1" u="sng" dirty="0"/>
              <a:t>Two Way Process: </a:t>
            </a:r>
            <a:r>
              <a:rPr lang="en-US" dirty="0"/>
              <a:t>It is a two-way process. It needs a sender or a speaker and a receiver or listener. The speaker roll is to speak clearly and listener roll is to pay attention to the speaker. The message in the form of ideas, thoughts, feeling, opinions, is transmitted between two or more persons for a shared understanding.</a:t>
            </a:r>
          </a:p>
          <a:p>
            <a:pPr marL="0" indent="0">
              <a:buNone/>
            </a:pPr>
            <a:r>
              <a:rPr lang="en-US" b="1" u="sng" dirty="0" err="1"/>
              <a:t>Bussiness</a:t>
            </a:r>
            <a:r>
              <a:rPr lang="en-US" b="1" u="sng" dirty="0"/>
              <a:t> Communication: </a:t>
            </a:r>
          </a:p>
          <a:p>
            <a:pPr marL="0" indent="0">
              <a:buNone/>
            </a:pPr>
            <a:r>
              <a:rPr lang="en-US" dirty="0"/>
              <a:t>business communication is the exchange of information and ideas within an organization, as well as with customers, partners, and other external stakeholders.</a:t>
            </a:r>
          </a:p>
          <a:p>
            <a:endParaRPr lang="en-US" dirty="0"/>
          </a:p>
          <a:p>
            <a:endParaRPr lang="en-US" dirty="0"/>
          </a:p>
          <a:p>
            <a:endParaRPr lang="en-US" dirty="0"/>
          </a:p>
        </p:txBody>
      </p:sp>
    </p:spTree>
    <p:extLst>
      <p:ext uri="{BB962C8B-B14F-4D97-AF65-F5344CB8AC3E}">
        <p14:creationId xmlns:p14="http://schemas.microsoft.com/office/powerpoint/2010/main" val="9087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Purpose of communication:</a:t>
            </a:r>
          </a:p>
        </p:txBody>
      </p:sp>
      <p:sp>
        <p:nvSpPr>
          <p:cNvPr id="3" name="Content Placeholder 2"/>
          <p:cNvSpPr>
            <a:spLocks noGrp="1"/>
          </p:cNvSpPr>
          <p:nvPr>
            <p:ph idx="1"/>
          </p:nvPr>
        </p:nvSpPr>
        <p:spPr/>
        <p:txBody>
          <a:bodyPr>
            <a:normAutofit fontScale="70000" lnSpcReduction="20000"/>
          </a:bodyPr>
          <a:lstStyle/>
          <a:p>
            <a:pPr marL="0" indent="0">
              <a:buNone/>
            </a:pPr>
            <a:endParaRPr lang="en-US" dirty="0"/>
          </a:p>
          <a:p>
            <a:r>
              <a:rPr lang="en-US" sz="2600" b="1" u="sng" dirty="0"/>
              <a:t>Importance of Communication</a:t>
            </a:r>
          </a:p>
          <a:p>
            <a:r>
              <a:rPr lang="en-US" sz="2300" dirty="0"/>
              <a:t>Communication is the basis of all relationships. We communicate with others for many reasons. For instance, when you cant found your cloths you reach out your mother. We also communicate others to share our joys and sorrows with them. We talk to our co-workers to share our ideas, exchange information and seek help from them.</a:t>
            </a:r>
          </a:p>
          <a:p>
            <a:pPr marL="0" indent="0">
              <a:buNone/>
            </a:pPr>
            <a:r>
              <a:rPr lang="en-US" sz="2300" dirty="0"/>
              <a:t>        People want to be heard, to be appreciated. They also desire to complete  Tasks and    achieve goals. Purposes of communication include to give, to get, to persuade and influence and to ensure understanding. And also to Establish and enhance friendship. </a:t>
            </a:r>
          </a:p>
          <a:p>
            <a:endParaRPr lang="en-US" dirty="0"/>
          </a:p>
          <a:p>
            <a:pPr marL="0" indent="0">
              <a:buNone/>
            </a:pPr>
            <a:endParaRPr lang="en-US" dirty="0"/>
          </a:p>
          <a:p>
            <a:pPr marL="0" indent="0">
              <a:buNone/>
            </a:pPr>
            <a:r>
              <a:rPr lang="en-US" dirty="0"/>
              <a:t> </a:t>
            </a:r>
          </a:p>
          <a:p>
            <a:pPr marL="0" indent="0">
              <a:buNone/>
            </a:pPr>
            <a:r>
              <a:rPr lang="en-GB" dirty="0"/>
              <a:t>     </a:t>
            </a:r>
            <a:endParaRPr lang="en-US" dirty="0"/>
          </a:p>
        </p:txBody>
      </p:sp>
    </p:spTree>
    <p:extLst>
      <p:ext uri="{BB962C8B-B14F-4D97-AF65-F5344CB8AC3E}">
        <p14:creationId xmlns:p14="http://schemas.microsoft.com/office/powerpoint/2010/main" val="3589419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0" indent="0">
              <a:buNone/>
            </a:pPr>
            <a:r>
              <a:rPr lang="en-GB" dirty="0"/>
              <a:t>While management gets the things done through others. The people working in the organisation should therefore be informed how to do the work assigned to them in the best possible manner. The communication is essential in any organisation.</a:t>
            </a:r>
          </a:p>
          <a:p>
            <a:pPr marL="0" indent="0">
              <a:buNone/>
            </a:pPr>
            <a:r>
              <a:rPr lang="en-US" sz="1900" b="1" u="sng" dirty="0"/>
              <a:t>Purpose of communication:</a:t>
            </a:r>
          </a:p>
          <a:p>
            <a:r>
              <a:rPr lang="en-GB" dirty="0"/>
              <a:t>The purpose of the communication can be summed up into the following:</a:t>
            </a:r>
            <a:endParaRPr lang="en-US" dirty="0"/>
          </a:p>
          <a:p>
            <a:r>
              <a:rPr lang="en-US" b="1" u="sng" dirty="0"/>
              <a:t>The flow of information:</a:t>
            </a:r>
          </a:p>
          <a:p>
            <a:r>
              <a:rPr lang="en-US" dirty="0"/>
              <a:t>The relevant information must flow continuously from top to bottom and vice versa. The staff of all levels must be kept informed about organizational objectives and other development taking place in an organization. A care should be taken that nobody should be misinformed. The information should reach in the language he or she can understand better. The right information should reach the right person, at right time through the right person.</a:t>
            </a:r>
          </a:p>
          <a:p>
            <a:endParaRPr lang="en-US" dirty="0"/>
          </a:p>
          <a:p>
            <a:endParaRPr lang="en-US" dirty="0"/>
          </a:p>
        </p:txBody>
      </p:sp>
    </p:spTree>
    <p:extLst>
      <p:ext uri="{BB962C8B-B14F-4D97-AF65-F5344CB8AC3E}">
        <p14:creationId xmlns:p14="http://schemas.microsoft.com/office/powerpoint/2010/main" val="2480881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b="1" u="sng" dirty="0"/>
              <a:t>Co-ordination:</a:t>
            </a:r>
          </a:p>
          <a:p>
            <a:r>
              <a:rPr lang="en-GB" dirty="0"/>
              <a:t>It is through communication the efforts of all the staff working in the organisation can be coordinated for the accomplishment of the organisational goals. The coordination of all personnel's and their efforts is the essence of management which can be attained through effective communication. </a:t>
            </a:r>
          </a:p>
          <a:p>
            <a:pPr lvl="0" fontAlgn="base"/>
            <a:r>
              <a:rPr lang="en-GB" b="1" u="sng" dirty="0"/>
              <a:t>Learning</a:t>
            </a:r>
            <a:r>
              <a:rPr lang="en-US" b="1" u="sng" dirty="0"/>
              <a:t> </a:t>
            </a:r>
            <a:r>
              <a:rPr lang="en-GB" b="1" u="sng" dirty="0"/>
              <a:t>Management Skills:</a:t>
            </a:r>
            <a:endParaRPr lang="en-US" b="1" u="sng" dirty="0"/>
          </a:p>
          <a:p>
            <a:r>
              <a:rPr lang="en-GB" dirty="0"/>
              <a:t>The communication facilitates flow of information, ideas, beliefs, perception, advice, opinion, orders and instructions etc. Both ways enable the managers and other supervisory staff to learn managerial skills through experience of others. The experience of the sender of the message gets reflected in it which the person at the receiving end can learn by </a:t>
            </a:r>
            <a:r>
              <a:rPr lang="en-GB" dirty="0" err="1"/>
              <a:t>analyzing</a:t>
            </a:r>
            <a:r>
              <a:rPr lang="en-GB" dirty="0"/>
              <a:t> and understanding it.</a:t>
            </a:r>
          </a:p>
          <a:p>
            <a:endParaRPr lang="en-US" dirty="0"/>
          </a:p>
        </p:txBody>
      </p:sp>
    </p:spTree>
    <p:extLst>
      <p:ext uri="{BB962C8B-B14F-4D97-AF65-F5344CB8AC3E}">
        <p14:creationId xmlns:p14="http://schemas.microsoft.com/office/powerpoint/2010/main" val="3595253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fontAlgn="base"/>
            <a:r>
              <a:rPr lang="en-GB" b="1" u="sng" dirty="0"/>
              <a:t>Preparing People to Accept Change:</a:t>
            </a:r>
            <a:endParaRPr lang="en-US" b="1" u="sng" dirty="0"/>
          </a:p>
          <a:p>
            <a:r>
              <a:rPr lang="en-GB" dirty="0"/>
              <a:t>The proper and effective communication is an important tool in the hands of management of any organisation to bring about overall change in the organisational policies, procedures and work style and make the staff to accept and respond positively.</a:t>
            </a:r>
          </a:p>
          <a:p>
            <a:pPr lvl="0" fontAlgn="base"/>
            <a:r>
              <a:rPr lang="en-GB" b="1" u="sng" dirty="0"/>
              <a:t>Developing Good Human Relations:</a:t>
            </a:r>
            <a:endParaRPr lang="en-US" b="1" u="sng" dirty="0"/>
          </a:p>
          <a:p>
            <a:r>
              <a:rPr lang="en-GB" dirty="0"/>
              <a:t>Managers and workers and other staff exchange their ideas, thoughts and perceptions with each other through communication. This helps them to understand each other better. They realize the difficulties faced by their colleagues at the workplace. This leads to the promotion of good human relations in the organisation.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64174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0" fontAlgn="base"/>
            <a:r>
              <a:rPr lang="en-GB" b="1" u="sng" dirty="0"/>
              <a:t>Ideas of Subordinates Encouraged:</a:t>
            </a:r>
            <a:endParaRPr lang="en-US" b="1" u="sng" dirty="0"/>
          </a:p>
          <a:p>
            <a:r>
              <a:rPr lang="en-GB" dirty="0"/>
              <a:t>The communication facilitates inviting and encouraging the ideas from subordinates on certain occasions on any task. This will develop creative thinking. Honouring subordinates' ideas will further motivate them for hard work and a sense of belonging to the organisation will be developed. It will provide them with the encouragement to share information with their superiors  without hesitation. The managers must know the ideas, thoughts, comments, reactions and attitudes their subordinates and subordinates should know the same from the lowest level staff of their respective departments.</a:t>
            </a:r>
          </a:p>
          <a:p>
            <a:pPr marL="0" indent="0">
              <a:buNone/>
            </a:pPr>
            <a:r>
              <a:rPr lang="en-US" dirty="0"/>
              <a:t>      So communication is the sending and receiving of information and transferring information from one place or person to another.</a:t>
            </a:r>
          </a:p>
          <a:p>
            <a:endParaRPr lang="en-US" dirty="0"/>
          </a:p>
          <a:p>
            <a:endParaRPr lang="en-US" dirty="0"/>
          </a:p>
          <a:p>
            <a:endParaRPr lang="en-GB" dirty="0"/>
          </a:p>
          <a:p>
            <a:pPr marL="0" indent="0">
              <a:buNone/>
            </a:pPr>
            <a:endParaRPr lang="en-US" dirty="0"/>
          </a:p>
          <a:p>
            <a:endParaRPr lang="en-US" dirty="0"/>
          </a:p>
        </p:txBody>
      </p:sp>
    </p:spTree>
    <p:extLst>
      <p:ext uri="{BB962C8B-B14F-4D97-AF65-F5344CB8AC3E}">
        <p14:creationId xmlns:p14="http://schemas.microsoft.com/office/powerpoint/2010/main" val="336804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38E4A-7DAE-7440-683C-DB9B9B1F4036}"/>
              </a:ext>
            </a:extLst>
          </p:cNvPr>
          <p:cNvSpPr>
            <a:spLocks noGrp="1"/>
          </p:cNvSpPr>
          <p:nvPr>
            <p:ph type="title"/>
          </p:nvPr>
        </p:nvSpPr>
        <p:spPr/>
        <p:txBody>
          <a:bodyPr/>
          <a:lstStyle/>
          <a:p>
            <a:r>
              <a:rPr lang="en-US"/>
              <a:t>Possible questions:</a:t>
            </a:r>
            <a:endParaRPr lang="en-PK"/>
          </a:p>
        </p:txBody>
      </p:sp>
      <p:sp>
        <p:nvSpPr>
          <p:cNvPr id="3" name="Content Placeholder 2">
            <a:extLst>
              <a:ext uri="{FF2B5EF4-FFF2-40B4-BE49-F238E27FC236}">
                <a16:creationId xmlns:a16="http://schemas.microsoft.com/office/drawing/2014/main" id="{51F9AB92-BE25-332A-C172-B2B9AFED7573}"/>
              </a:ext>
            </a:extLst>
          </p:cNvPr>
          <p:cNvSpPr>
            <a:spLocks noGrp="1"/>
          </p:cNvSpPr>
          <p:nvPr>
            <p:ph idx="1"/>
          </p:nvPr>
        </p:nvSpPr>
        <p:spPr/>
        <p:txBody>
          <a:bodyPr/>
          <a:lstStyle/>
          <a:p>
            <a:pPr marL="0" indent="0">
              <a:buNone/>
            </a:pPr>
            <a:r>
              <a:rPr lang="en-US" dirty="0"/>
              <a:t>Q- Write the purpose of communication.</a:t>
            </a:r>
          </a:p>
          <a:p>
            <a:pPr marL="0" indent="0">
              <a:buNone/>
            </a:pPr>
            <a:r>
              <a:rPr lang="en-US" dirty="0"/>
              <a:t>Q- How communication is a two way process?</a:t>
            </a:r>
          </a:p>
          <a:p>
            <a:pPr marL="0" indent="0">
              <a:buNone/>
            </a:pPr>
            <a:r>
              <a:rPr lang="en-US" dirty="0"/>
              <a:t>Q- What is communication?</a:t>
            </a:r>
          </a:p>
          <a:p>
            <a:pPr marL="0" indent="0">
              <a:buNone/>
            </a:pPr>
            <a:r>
              <a:rPr lang="en-US" dirty="0"/>
              <a:t>Q- Importance of communication.  </a:t>
            </a:r>
            <a:endParaRPr lang="en-PK" dirty="0"/>
          </a:p>
        </p:txBody>
      </p:sp>
    </p:spTree>
    <p:extLst>
      <p:ext uri="{BB962C8B-B14F-4D97-AF65-F5344CB8AC3E}">
        <p14:creationId xmlns:p14="http://schemas.microsoft.com/office/powerpoint/2010/main" val="146165469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217</TotalTime>
  <Words>762</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Century Gothic</vt:lpstr>
      <vt:lpstr>Wingdings 3</vt:lpstr>
      <vt:lpstr>Wisp</vt:lpstr>
      <vt:lpstr>DAE computer Information Technology  Bussiness Communication </vt:lpstr>
      <vt:lpstr>What is communication?</vt:lpstr>
      <vt:lpstr>Purpose of communication:</vt:lpstr>
      <vt:lpstr>PowerPoint Presentation</vt:lpstr>
      <vt:lpstr>PowerPoint Presentation</vt:lpstr>
      <vt:lpstr>PowerPoint Presentation</vt:lpstr>
      <vt:lpstr>PowerPoint Presentation</vt:lpstr>
      <vt:lpstr>Possible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dc:title>
  <dc:creator>HP</dc:creator>
  <cp:lastModifiedBy>Atif</cp:lastModifiedBy>
  <cp:revision>45</cp:revision>
  <dcterms:created xsi:type="dcterms:W3CDTF">2024-08-22T06:25:26Z</dcterms:created>
  <dcterms:modified xsi:type="dcterms:W3CDTF">2025-02-08T06:12:23Z</dcterms:modified>
</cp:coreProperties>
</file>